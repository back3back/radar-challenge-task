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76" y="4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94560"/>
                </a:solidFill>
              </a:defRPr>
            </a:pPr>
            <a:r>
              <a:t>雷达挑战任务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阵列信号处理与测角算法仿真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汇报人：雷达项目组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日期：2026 年 4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任务概述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任务 3-1: 单目标测角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仿真 1 发 4 收阵列 (d = λ/2)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产生回波信号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FFT 测角法仿真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相位法测角仿真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分析对比作用距离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任务 3-2: 双目标测角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仿真 2 个点目标的角度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分析参数对分辨力的影响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阵元个数影响分析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阵元间距影响分析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提高分辨率方法研究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系统参数设计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455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4560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F3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4560"/>
                          </a:solidFill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2F3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4560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2F34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E94560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2F34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载波频率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f₀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GHz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带宽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波长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λ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mm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阵元数量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阵元间距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λ/2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目标距离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目标角度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θ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deg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信号模型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回波信号模型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sₙ(t) = s₀(t) · exp(j·2π/λ · n·d·sin(θ))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</a:t>
            </a:r>
          </a:p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相邻阵元相位差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Δφ = 2π/λ · d · sin(θ)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</a:t>
            </a:r>
          </a:p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关键参数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n = 0,1,2,...,N-1 阵元索引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d 为阵元间距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θ 为入射角（相对于阵列法线）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测角算法原理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FFT 测角法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空间 FFT 变换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谱峰搜索定角度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计算简单，实时性好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可处理多目标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分辨率受瑞利限限制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相位法测角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利用相邻阵元相位差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直接计算目标角度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单目标精度高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对噪声敏感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仅适用于单目标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任务 3-1 仿真结果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5836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请查看 docs/p3-1-results.png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任务 3-1 数据总结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估计角度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误差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FFT 测角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30.39°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0.39°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相位法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30.00°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FFFF"/>
                          </a:solidFill>
                        </a:defRPr>
                      </a:pPr>
                      <a:r>
                        <a:t>0.00°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✓ 相邻阵元相位差：90°（与理论一致）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FFT 测角：SNR ≥ 15 dB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相位法：SNR ≥ 20 dB（对噪声更敏感）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任务 3-2 仿真结果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0152" cy="5029200"/>
          </a:xfrm>
          <a:prstGeom prst="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5836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AAAAA"/>
                </a:solidFill>
              </a:defRPr>
            </a:pPr>
            <a:r>
              <a:t>请查看 docs/p3-2-results.png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角度分辨力分析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D9FF"/>
                </a:solidFill>
              </a:defRPr>
            </a:pPr>
            <a:r>
              <a:t>Δθ ≈ λ / L = λ / [(N-1)·d]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1127455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阵元数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d=0.25λ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d=0.50λ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d=0.75λ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d=1.00λ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76.39°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38.20°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25.46°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19.10°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32.74°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16.37°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10.91°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8.19°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15.28°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7.64°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5.09°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3.82°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BBF24"/>
                </a:solidFill>
              </a:defRPr>
            </a:pPr>
            <a:r>
              <a:t>⚠️ 4 阵元阵列无法分辨 5°间隔的双目标，需要至少 16 阵元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提高分辨率的方法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943600" cy="22860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94560"/>
                </a:solidFill>
              </a:defRPr>
            </a:pPr>
            <a:r>
              <a:t>MUSIC 算法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子空间分解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突破瑞利限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需已知信源数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计算量大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0" y="1371600"/>
            <a:ext cx="5943600" cy="22860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94560"/>
                </a:solidFill>
              </a:defRPr>
            </a:pPr>
            <a:r>
              <a:t>ESPRIT 算法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旋转不变性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无需谱搜索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计算量小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需阵列校准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931920"/>
            <a:ext cx="5943600" cy="22860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94560"/>
                </a:solidFill>
              </a:defRPr>
            </a:pPr>
            <a:r>
              <a:t>压缩感知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角度域稀疏性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少快拍适用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L1 最小化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算法复杂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931920"/>
            <a:ext cx="5943600" cy="2286000"/>
          </a:xfrm>
          <a:prstGeom prst="roundRect">
            <a:avLst/>
          </a:prstGeom>
          <a:solidFill>
            <a:srgbClr val="1E1E32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E94560"/>
                </a:solidFill>
              </a:defRPr>
            </a:pPr>
            <a:r>
              <a:t>最大似然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统计最优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精度最高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多维搜索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  • 复杂度极高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代码结构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src/radar/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├── p3-1.py      # 单目标测角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├── p3-2.py      # 双目标测角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└── __init__.py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tests/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└── test_radar.py  # 单元测试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核心函数: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• generate_echo_signal()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• fft_angle_estimation()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• phase_angle_estimation()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• music_angle_estimation()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  • esprit_angle_estimation()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测试结果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572000" cy="2286000"/>
          </a:xfrm>
          <a:prstGeom prst="rect">
            <a:avLst/>
          </a:prstGeom>
          <a:solidFill>
            <a:srgbClr val="1E1E32"/>
          </a:solidFill>
          <a:ln w="381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4ADE80"/>
                </a:solidFill>
              </a:defRPr>
            </a:pPr>
            <a:r>
              <a:t>19 passed in 1.33s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486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4ADE80"/>
                </a:solidFill>
              </a:defRPr>
            </a:pPr>
            <a:r>
              <a:t>✓ 回波信号生成测试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FFT 测角精度测试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相位法测角测试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MUSIC 算法测试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ESPRIT 算法测试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角分辨力计算测试</a:t>
            </a:r>
          </a:p>
          <a:p>
            <a:pPr>
              <a:defRPr sz="1800">
                <a:solidFill>
                  <a:srgbClr val="4ADE80"/>
                </a:solidFill>
              </a:defRPr>
            </a:pPr>
            <a:r>
              <a:t>✓ 集成测试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94560"/>
                </a:solidFill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743200" cy="914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任务 3-1 结论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✓ FFT 和相位法均能准确测角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相位法单目标精度更高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FFT 法噪声抑制更好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仿真结果与理论一致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00D9FF"/>
                </a:solidFill>
              </a:defRPr>
            </a:pPr>
            <a:r>
              <a:t>任务 3-2 结论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4 阵元分辨力约 38.2°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无法分辨 5°间隔目标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⚠️ 需 16 阵元才能分辨 5°间隔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  • 高分辨率算法可突破限制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E94560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AAAAA"/>
                </a:solidFill>
              </a:defRPr>
            </a:pPr>
            <a:r>
              <a:t>详细报告：挑战任务 3.md</a:t>
            </a:r>
          </a:p>
          <a:p>
            <a:pPr algn="ctr">
              <a:defRPr sz="1600">
                <a:solidFill>
                  <a:srgbClr val="AAAAAA"/>
                </a:solidFill>
              </a:defRPr>
            </a:pPr>
            <a:r>
              <a:t>仿真代码：src/radar/p3-1.py, p3-2.py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577</Words>
  <Application>Microsoft Office PowerPoint</Application>
  <PresentationFormat>自定义</PresentationFormat>
  <Paragraphs>174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先平 谌</cp:lastModifiedBy>
  <cp:revision>2</cp:revision>
  <dcterms:created xsi:type="dcterms:W3CDTF">2013-01-27T09:14:16Z</dcterms:created>
  <dcterms:modified xsi:type="dcterms:W3CDTF">2026-04-06T08:53:37Z</dcterms:modified>
  <cp:category/>
</cp:coreProperties>
</file>